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8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4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master-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59200"/>
            <a:ext cx="10972080" cy="10846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520280"/>
            <a:ext cx="10972080" cy="3768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85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"/>
          <p:cNvSpPr txBox="1"/>
          <p:nvPr/>
        </p:nvSpPr>
        <p:spPr>
          <a:xfrm>
            <a:off x="3956760" y="2510640"/>
            <a:ext cx="2286720" cy="762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600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蒼翔祭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"/>
          <p:cNvSpPr txBox="1"/>
          <p:nvPr/>
        </p:nvSpPr>
        <p:spPr>
          <a:xfrm>
            <a:off x="6260760" y="2385720"/>
            <a:ext cx="2033640" cy="1074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600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2026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"/>
          <p:cNvSpPr txBox="1"/>
          <p:nvPr/>
        </p:nvSpPr>
        <p:spPr>
          <a:xfrm>
            <a:off x="3553920" y="3852000"/>
            <a:ext cx="342972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700" b="0" u="none" strike="noStrike">
                <a:solidFill>
                  <a:srgbClr val="E6F3F2"/>
                </a:solidFill>
                <a:effectLst/>
                <a:uFillTx/>
                <a:latin typeface="NotoSansJP-Thin_"/>
                <a:ea typeface="NotoSansJP-Thin_"/>
              </a:rPr>
              <a:t>スライドテンプレート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" name=""/>
          <p:cNvSpPr txBox="1"/>
          <p:nvPr/>
        </p:nvSpPr>
        <p:spPr>
          <a:xfrm>
            <a:off x="7033680" y="3795840"/>
            <a:ext cx="991440" cy="45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0" b="0" u="none" strike="noStrike">
                <a:solidFill>
                  <a:srgbClr val="E6F3F2"/>
                </a:solidFill>
                <a:effectLst/>
                <a:uFillTx/>
                <a:latin typeface="Montserrat"/>
                <a:ea typeface="Montserrat"/>
              </a:rPr>
              <a:t> (Marp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" name=""/>
          <p:cNvSpPr txBox="1"/>
          <p:nvPr/>
        </p:nvSpPr>
        <p:spPr>
          <a:xfrm>
            <a:off x="8170200" y="3852000"/>
            <a:ext cx="343800" cy="344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700" b="0" u="none" strike="noStrike">
                <a:solidFill>
                  <a:srgbClr val="E6F3F2"/>
                </a:solidFill>
                <a:effectLst/>
                <a:uFillTx/>
                <a:latin typeface="NotoSansJP-Thin_"/>
                <a:ea typeface="NotoSansJP-Thin_"/>
              </a:rPr>
              <a:t>版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"/>
          <p:cNvSpPr txBox="1"/>
          <p:nvPr/>
        </p:nvSpPr>
        <p:spPr>
          <a:xfrm>
            <a:off x="8519040" y="3795840"/>
            <a:ext cx="342360" cy="459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700" b="0" u="none" strike="noStrike">
                <a:solidFill>
                  <a:srgbClr val="E6F3F2"/>
                </a:solidFill>
                <a:effectLst/>
                <a:uFillTx/>
                <a:latin typeface="Montserrat"/>
                <a:ea typeface="Montserrat"/>
              </a:rPr>
              <a:t>)</a:t>
            </a:r>
            <a:endParaRPr lang="en-US" sz="27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"/>
          <p:cNvSpPr txBox="1"/>
          <p:nvPr/>
        </p:nvSpPr>
        <p:spPr>
          <a:xfrm>
            <a:off x="476280" y="28296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蒼翔祭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" name=""/>
          <p:cNvSpPr txBox="1"/>
          <p:nvPr/>
        </p:nvSpPr>
        <p:spPr>
          <a:xfrm>
            <a:off x="1008720" y="254880"/>
            <a:ext cx="456120" cy="24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2026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"/>
          <p:cNvSpPr txBox="1"/>
          <p:nvPr/>
        </p:nvSpPr>
        <p:spPr>
          <a:xfrm>
            <a:off x="8220600" y="6388920"/>
            <a:ext cx="2963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© 2026 Soshosai Executive Committee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"/>
          <p:cNvSpPr txBox="1"/>
          <p:nvPr/>
        </p:nvSpPr>
        <p:spPr>
          <a:xfrm>
            <a:off x="11123280" y="564624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E6F3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2" name=""/>
          <p:cNvSpPr/>
          <p:nvPr/>
        </p:nvSpPr>
        <p:spPr>
          <a:xfrm>
            <a:off x="952200" y="2819160"/>
            <a:ext cx="114840" cy="771840"/>
          </a:xfrm>
          <a:custGeom>
            <a:avLst/>
            <a:gdLst/>
            <a:ahLst/>
            <a:rect l="0" t="0" r="r" b="b"/>
            <a:pathLst>
              <a:path w="319" h="2144">
                <a:moveTo>
                  <a:pt x="0" y="0"/>
                </a:moveTo>
                <a:lnTo>
                  <a:pt x="319" y="0"/>
                </a:lnTo>
                <a:lnTo>
                  <a:pt x="319" y="2144"/>
                </a:lnTo>
                <a:lnTo>
                  <a:pt x="0" y="2144"/>
                </a:lnTo>
                <a:lnTo>
                  <a:pt x="0" y="0"/>
                </a:lnTo>
                <a:close/>
              </a:path>
            </a:pathLst>
          </a:custGeom>
          <a:solidFill>
            <a:srgbClr val="0085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"/>
          <p:cNvSpPr txBox="1"/>
          <p:nvPr/>
        </p:nvSpPr>
        <p:spPr>
          <a:xfrm>
            <a:off x="1295280" y="2868480"/>
            <a:ext cx="1067760" cy="7516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4200" b="1" u="none" strike="noStrike">
                <a:solidFill>
                  <a:srgbClr val="008578"/>
                </a:solidFill>
                <a:effectLst/>
                <a:uFillTx/>
                <a:latin typeface="Montserrat"/>
                <a:ea typeface="Montserrat"/>
              </a:rPr>
              <a:t>01. 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"/>
          <p:cNvSpPr txBox="1"/>
          <p:nvPr/>
        </p:nvSpPr>
        <p:spPr>
          <a:xfrm>
            <a:off x="2179800" y="2955960"/>
            <a:ext cx="4801320" cy="5338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200" b="1" u="none" strike="noStrike">
                <a:solidFill>
                  <a:srgbClr val="008578"/>
                </a:solidFill>
                <a:effectLst/>
                <a:uFillTx/>
                <a:latin typeface="NotoSansJP-Thin_"/>
                <a:ea typeface="NotoSansJP-Thin_"/>
              </a:rPr>
              <a:t>デザインコンセプト</a:t>
            </a:r>
            <a:endParaRPr lang="en-US" sz="4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"/>
          <p:cNvSpPr txBox="1"/>
          <p:nvPr/>
        </p:nvSpPr>
        <p:spPr>
          <a:xfrm>
            <a:off x="476280" y="28296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008578"/>
                </a:solidFill>
                <a:effectLst/>
                <a:uFillTx/>
                <a:latin typeface="NotoSansJP-Thin_"/>
                <a:ea typeface="NotoSansJP-Thin_"/>
              </a:rPr>
              <a:t>蒼翔祭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" name=""/>
          <p:cNvSpPr txBox="1"/>
          <p:nvPr/>
        </p:nvSpPr>
        <p:spPr>
          <a:xfrm>
            <a:off x="1008720" y="254880"/>
            <a:ext cx="456120" cy="24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8578"/>
                </a:solidFill>
                <a:effectLst/>
                <a:uFillTx/>
                <a:latin typeface="Montserrat"/>
                <a:ea typeface="Montserrat"/>
              </a:rPr>
              <a:t>2026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7" name=""/>
          <p:cNvSpPr txBox="1"/>
          <p:nvPr/>
        </p:nvSpPr>
        <p:spPr>
          <a:xfrm>
            <a:off x="8220600" y="6388920"/>
            <a:ext cx="2963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© 2026 Soshosai Executive Committee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8" name=""/>
          <p:cNvSpPr txBox="1"/>
          <p:nvPr/>
        </p:nvSpPr>
        <p:spPr>
          <a:xfrm>
            <a:off x="11060280" y="564624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"/>
          <p:cNvSpPr/>
          <p:nvPr/>
        </p:nvSpPr>
        <p:spPr>
          <a:xfrm>
            <a:off x="1076040" y="207612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0"/>
                  <a:pt x="263" y="167"/>
                  <a:pt x="256" y="184"/>
                </a:cubicBezTo>
                <a:cubicBezTo>
                  <a:pt x="249" y="201"/>
                  <a:pt x="240" y="215"/>
                  <a:pt x="227" y="227"/>
                </a:cubicBezTo>
                <a:cubicBezTo>
                  <a:pt x="215" y="240"/>
                  <a:pt x="200" y="249"/>
                  <a:pt x="184" y="256"/>
                </a:cubicBezTo>
                <a:cubicBezTo>
                  <a:pt x="168" y="263"/>
                  <a:pt x="151" y="266"/>
                  <a:pt x="134" y="266"/>
                </a:cubicBezTo>
                <a:cubicBezTo>
                  <a:pt x="116" y="266"/>
                  <a:pt x="99" y="263"/>
                  <a:pt x="83" y="256"/>
                </a:cubicBezTo>
                <a:cubicBezTo>
                  <a:pt x="67" y="249"/>
                  <a:pt x="52" y="240"/>
                  <a:pt x="39" y="227"/>
                </a:cubicBezTo>
                <a:cubicBezTo>
                  <a:pt x="27" y="215"/>
                  <a:pt x="17" y="201"/>
                  <a:pt x="10" y="184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7" y="17"/>
                  <a:pt x="83" y="10"/>
                </a:cubicBezTo>
                <a:cubicBezTo>
                  <a:pt x="99" y="4"/>
                  <a:pt x="116" y="0"/>
                  <a:pt x="134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5" y="27"/>
                  <a:pt x="227" y="39"/>
                </a:cubicBezTo>
                <a:cubicBezTo>
                  <a:pt x="240" y="52"/>
                  <a:pt x="249" y="66"/>
                  <a:pt x="256" y="82"/>
                </a:cubicBezTo>
                <a:cubicBezTo>
                  <a:pt x="263" y="98"/>
                  <a:pt x="266" y="115"/>
                  <a:pt x="266" y="133"/>
                </a:cubicBezTo>
                <a:close/>
              </a:path>
            </a:pathLst>
          </a:custGeom>
          <a:solidFill>
            <a:srgbClr val="0085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"/>
          <p:cNvSpPr txBox="1"/>
          <p:nvPr/>
        </p:nvSpPr>
        <p:spPr>
          <a:xfrm>
            <a:off x="952560" y="929160"/>
            <a:ext cx="320112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600" b="1" u="none" strike="noStrike">
                <a:solidFill>
                  <a:srgbClr val="008578"/>
                </a:solidFill>
                <a:effectLst/>
                <a:uFillTx/>
                <a:latin typeface="NotoSansJP-Thin_"/>
                <a:ea typeface="NotoSansJP-Thin_"/>
              </a:rPr>
              <a:t>基本レイアウト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4" name=""/>
          <p:cNvSpPr txBox="1"/>
          <p:nvPr/>
        </p:nvSpPr>
        <p:spPr>
          <a:xfrm>
            <a:off x="1333440" y="1943640"/>
            <a:ext cx="18295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1" u="none" strike="noStrike">
                <a:solidFill>
                  <a:srgbClr val="FF9800"/>
                </a:solidFill>
                <a:effectLst/>
                <a:uFillTx/>
                <a:latin typeface="NotoSansJP-Thin_"/>
                <a:ea typeface="NotoSansJP-Thin_"/>
              </a:rPr>
              <a:t>会津グリーン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"/>
          <p:cNvSpPr txBox="1"/>
          <p:nvPr/>
        </p:nvSpPr>
        <p:spPr>
          <a:xfrm>
            <a:off x="3183840" y="189360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"/>
          <p:cNvSpPr/>
          <p:nvPr/>
        </p:nvSpPr>
        <p:spPr>
          <a:xfrm>
            <a:off x="1076040" y="259056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1"/>
                  <a:pt x="263" y="168"/>
                  <a:pt x="256" y="184"/>
                </a:cubicBezTo>
                <a:cubicBezTo>
                  <a:pt x="249" y="200"/>
                  <a:pt x="240" y="215"/>
                  <a:pt x="227" y="227"/>
                </a:cubicBezTo>
                <a:cubicBezTo>
                  <a:pt x="215" y="239"/>
                  <a:pt x="200" y="249"/>
                  <a:pt x="184" y="256"/>
                </a:cubicBezTo>
                <a:cubicBezTo>
                  <a:pt x="168" y="262"/>
                  <a:pt x="151" y="266"/>
                  <a:pt x="134" y="266"/>
                </a:cubicBezTo>
                <a:cubicBezTo>
                  <a:pt x="116" y="266"/>
                  <a:pt x="99" y="262"/>
                  <a:pt x="83" y="256"/>
                </a:cubicBezTo>
                <a:cubicBezTo>
                  <a:pt x="67" y="249"/>
                  <a:pt x="52" y="239"/>
                  <a:pt x="39" y="227"/>
                </a:cubicBezTo>
                <a:cubicBezTo>
                  <a:pt x="27" y="215"/>
                  <a:pt x="17" y="200"/>
                  <a:pt x="10" y="184"/>
                </a:cubicBezTo>
                <a:cubicBezTo>
                  <a:pt x="4" y="168"/>
                  <a:pt x="0" y="151"/>
                  <a:pt x="0" y="133"/>
                </a:cubicBezTo>
                <a:cubicBezTo>
                  <a:pt x="0" y="116"/>
                  <a:pt x="4" y="99"/>
                  <a:pt x="10" y="83"/>
                </a:cubicBezTo>
                <a:cubicBezTo>
                  <a:pt x="17" y="67"/>
                  <a:pt x="27" y="51"/>
                  <a:pt x="39" y="39"/>
                </a:cubicBezTo>
                <a:cubicBezTo>
                  <a:pt x="52" y="27"/>
                  <a:pt x="67" y="17"/>
                  <a:pt x="83" y="10"/>
                </a:cubicBezTo>
                <a:cubicBezTo>
                  <a:pt x="99" y="4"/>
                  <a:pt x="116" y="0"/>
                  <a:pt x="134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5" y="27"/>
                  <a:pt x="227" y="39"/>
                </a:cubicBezTo>
                <a:cubicBezTo>
                  <a:pt x="240" y="51"/>
                  <a:pt x="249" y="67"/>
                  <a:pt x="256" y="83"/>
                </a:cubicBezTo>
                <a:cubicBezTo>
                  <a:pt x="263" y="99"/>
                  <a:pt x="266" y="116"/>
                  <a:pt x="266" y="133"/>
                </a:cubicBezTo>
                <a:close/>
              </a:path>
            </a:pathLst>
          </a:custGeom>
          <a:solidFill>
            <a:srgbClr val="0085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"/>
          <p:cNvSpPr txBox="1"/>
          <p:nvPr/>
        </p:nvSpPr>
        <p:spPr>
          <a:xfrm>
            <a:off x="3269880" y="1943640"/>
            <a:ext cx="48776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を基調とした清潔感のあるデザイン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"/>
          <p:cNvSpPr txBox="1"/>
          <p:nvPr/>
        </p:nvSpPr>
        <p:spPr>
          <a:xfrm>
            <a:off x="1333440" y="2407680"/>
            <a:ext cx="1913400" cy="43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1" u="none" strike="noStrike">
                <a:solidFill>
                  <a:srgbClr val="FF9800"/>
                </a:solidFill>
                <a:effectLst/>
                <a:uFillTx/>
                <a:latin typeface="Montserrat"/>
                <a:ea typeface="Montserrat"/>
              </a:rPr>
              <a:t>Montserrat</a:t>
            </a:r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"/>
          <p:cNvSpPr txBox="1"/>
          <p:nvPr/>
        </p:nvSpPr>
        <p:spPr>
          <a:xfrm>
            <a:off x="3238920" y="2457720"/>
            <a:ext cx="3056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と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" name=""/>
          <p:cNvSpPr txBox="1"/>
          <p:nvPr/>
        </p:nvSpPr>
        <p:spPr>
          <a:xfrm>
            <a:off x="3549960" y="2407680"/>
            <a:ext cx="2405160" cy="430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 </a:t>
            </a:r>
            <a:r>
              <a:rPr lang="en-US" sz="2400" b="1" u="none" strike="noStrike">
                <a:solidFill>
                  <a:srgbClr val="FF9800"/>
                </a:solidFill>
                <a:effectLst/>
                <a:uFillTx/>
                <a:latin typeface="Montserrat"/>
                <a:ea typeface="Montserrat"/>
              </a:rPr>
              <a:t>Noto Sans JP</a:t>
            </a:r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1" name=""/>
          <p:cNvSpPr/>
          <p:nvPr/>
        </p:nvSpPr>
        <p:spPr>
          <a:xfrm>
            <a:off x="1076040" y="311436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0"/>
                  <a:pt x="263" y="167"/>
                  <a:pt x="256" y="183"/>
                </a:cubicBezTo>
                <a:cubicBezTo>
                  <a:pt x="249" y="200"/>
                  <a:pt x="240" y="215"/>
                  <a:pt x="227" y="227"/>
                </a:cubicBezTo>
                <a:cubicBezTo>
                  <a:pt x="215" y="240"/>
                  <a:pt x="200" y="249"/>
                  <a:pt x="184" y="256"/>
                </a:cubicBezTo>
                <a:cubicBezTo>
                  <a:pt x="168" y="263"/>
                  <a:pt x="151" y="266"/>
                  <a:pt x="134" y="266"/>
                </a:cubicBezTo>
                <a:cubicBezTo>
                  <a:pt x="116" y="266"/>
                  <a:pt x="99" y="263"/>
                  <a:pt x="83" y="256"/>
                </a:cubicBezTo>
                <a:cubicBezTo>
                  <a:pt x="67" y="249"/>
                  <a:pt x="52" y="240"/>
                  <a:pt x="39" y="227"/>
                </a:cubicBezTo>
                <a:cubicBezTo>
                  <a:pt x="27" y="215"/>
                  <a:pt x="17" y="200"/>
                  <a:pt x="10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7" y="17"/>
                  <a:pt x="83" y="10"/>
                </a:cubicBezTo>
                <a:cubicBezTo>
                  <a:pt x="99" y="4"/>
                  <a:pt x="116" y="0"/>
                  <a:pt x="134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5" y="27"/>
                  <a:pt x="227" y="39"/>
                </a:cubicBezTo>
                <a:cubicBezTo>
                  <a:pt x="240" y="52"/>
                  <a:pt x="249" y="66"/>
                  <a:pt x="256" y="82"/>
                </a:cubicBezTo>
                <a:cubicBezTo>
                  <a:pt x="263" y="98"/>
                  <a:pt x="266" y="115"/>
                  <a:pt x="266" y="133"/>
                </a:cubicBezTo>
                <a:close/>
              </a:path>
            </a:pathLst>
          </a:custGeom>
          <a:solidFill>
            <a:srgbClr val="0085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"/>
          <p:cNvSpPr txBox="1"/>
          <p:nvPr/>
        </p:nvSpPr>
        <p:spPr>
          <a:xfrm>
            <a:off x="5883840" y="2457720"/>
            <a:ext cx="18295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の組み合わせ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"/>
          <p:cNvSpPr txBox="1"/>
          <p:nvPr/>
        </p:nvSpPr>
        <p:spPr>
          <a:xfrm>
            <a:off x="1333440" y="2981880"/>
            <a:ext cx="426780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読みやすさを重視した広い余白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4" name=""/>
          <p:cNvSpPr txBox="1"/>
          <p:nvPr/>
        </p:nvSpPr>
        <p:spPr>
          <a:xfrm>
            <a:off x="476280" y="28296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008578"/>
                </a:solidFill>
                <a:effectLst/>
                <a:uFillTx/>
                <a:latin typeface="NotoSansJP-Thin_"/>
                <a:ea typeface="NotoSansJP-Thin_"/>
              </a:rPr>
              <a:t>蒼翔祭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"/>
          <p:cNvSpPr txBox="1"/>
          <p:nvPr/>
        </p:nvSpPr>
        <p:spPr>
          <a:xfrm>
            <a:off x="1008720" y="254880"/>
            <a:ext cx="456120" cy="24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8578"/>
                </a:solidFill>
                <a:effectLst/>
                <a:uFillTx/>
                <a:latin typeface="Montserrat"/>
                <a:ea typeface="Montserrat"/>
              </a:rPr>
              <a:t>2026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"/>
          <p:cNvSpPr txBox="1"/>
          <p:nvPr/>
        </p:nvSpPr>
        <p:spPr>
          <a:xfrm>
            <a:off x="8220600" y="6388920"/>
            <a:ext cx="2963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© 2026 Soshosai Executive Committee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"/>
          <p:cNvSpPr txBox="1"/>
          <p:nvPr/>
        </p:nvSpPr>
        <p:spPr>
          <a:xfrm>
            <a:off x="11061360" y="564624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3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9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1" name=""/>
          <p:cNvSpPr/>
          <p:nvPr/>
        </p:nvSpPr>
        <p:spPr>
          <a:xfrm>
            <a:off x="990360" y="4324320"/>
            <a:ext cx="10249200" cy="1953000"/>
          </a:xfrm>
          <a:custGeom>
            <a:avLst/>
            <a:gdLst/>
            <a:ahLst/>
            <a:rect l="0" t="0" r="r" b="b"/>
            <a:pathLst>
              <a:path w="28470" h="5425">
                <a:moveTo>
                  <a:pt x="0" y="5425"/>
                </a:moveTo>
                <a:lnTo>
                  <a:pt x="0" y="0"/>
                </a:lnTo>
                <a:lnTo>
                  <a:pt x="28364" y="0"/>
                </a:lnTo>
                <a:cubicBezTo>
                  <a:pt x="28379" y="0"/>
                  <a:pt x="28392" y="2"/>
                  <a:pt x="28405" y="8"/>
                </a:cubicBezTo>
                <a:cubicBezTo>
                  <a:pt x="28418" y="13"/>
                  <a:pt x="28429" y="21"/>
                  <a:pt x="28439" y="31"/>
                </a:cubicBezTo>
                <a:cubicBezTo>
                  <a:pt x="28449" y="41"/>
                  <a:pt x="28457" y="52"/>
                  <a:pt x="28462" y="65"/>
                </a:cubicBezTo>
                <a:cubicBezTo>
                  <a:pt x="28468" y="78"/>
                  <a:pt x="28470" y="91"/>
                  <a:pt x="28470" y="105"/>
                </a:cubicBezTo>
                <a:lnTo>
                  <a:pt x="28470" y="5319"/>
                </a:lnTo>
                <a:cubicBezTo>
                  <a:pt x="28470" y="5333"/>
                  <a:pt x="28468" y="5346"/>
                  <a:pt x="28462" y="5359"/>
                </a:cubicBezTo>
                <a:cubicBezTo>
                  <a:pt x="28457" y="5372"/>
                  <a:pt x="28449" y="5384"/>
                  <a:pt x="28439" y="5394"/>
                </a:cubicBezTo>
                <a:cubicBezTo>
                  <a:pt x="28429" y="5403"/>
                  <a:pt x="28418" y="5411"/>
                  <a:pt x="28405" y="5416"/>
                </a:cubicBezTo>
                <a:cubicBezTo>
                  <a:pt x="28392" y="5422"/>
                  <a:pt x="28379" y="5425"/>
                  <a:pt x="28364" y="5425"/>
                </a:cubicBezTo>
                <a:lnTo>
                  <a:pt x="0" y="5425"/>
                </a:lnTo>
                <a:close/>
              </a:path>
            </a:pathLst>
          </a:custGeom>
          <a:solidFill>
            <a:srgbClr val="E6F3F2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2" name=""/>
          <p:cNvSpPr/>
          <p:nvPr/>
        </p:nvSpPr>
        <p:spPr>
          <a:xfrm>
            <a:off x="952200" y="4324320"/>
            <a:ext cx="76680" cy="1953000"/>
          </a:xfrm>
          <a:custGeom>
            <a:avLst/>
            <a:gdLst/>
            <a:ahLst/>
            <a:rect l="0" t="0" r="r" b="b"/>
            <a:pathLst>
              <a:path w="213" h="5425">
                <a:moveTo>
                  <a:pt x="213" y="5425"/>
                </a:moveTo>
                <a:lnTo>
                  <a:pt x="106" y="5425"/>
                </a:lnTo>
                <a:cubicBezTo>
                  <a:pt x="77" y="5425"/>
                  <a:pt x="52" y="5414"/>
                  <a:pt x="31" y="5394"/>
                </a:cubicBezTo>
                <a:cubicBezTo>
                  <a:pt x="11" y="5373"/>
                  <a:pt x="0" y="5348"/>
                  <a:pt x="0" y="5319"/>
                </a:cubicBezTo>
                <a:lnTo>
                  <a:pt x="0" y="105"/>
                </a:lnTo>
                <a:cubicBezTo>
                  <a:pt x="0" y="76"/>
                  <a:pt x="11" y="51"/>
                  <a:pt x="31" y="31"/>
                </a:cubicBezTo>
                <a:cubicBezTo>
                  <a:pt x="52" y="10"/>
                  <a:pt x="77" y="0"/>
                  <a:pt x="106" y="0"/>
                </a:cubicBezTo>
                <a:lnTo>
                  <a:pt x="213" y="0"/>
                </a:lnTo>
                <a:lnTo>
                  <a:pt x="213" y="5425"/>
                </a:lnTo>
                <a:close/>
              </a:path>
            </a:pathLst>
          </a:custGeom>
          <a:solidFill>
            <a:srgbClr val="0085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"/>
          <p:cNvSpPr txBox="1"/>
          <p:nvPr/>
        </p:nvSpPr>
        <p:spPr>
          <a:xfrm>
            <a:off x="952560" y="929160"/>
            <a:ext cx="365832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600" b="1" u="none" strike="noStrike">
                <a:solidFill>
                  <a:srgbClr val="008578"/>
                </a:solidFill>
                <a:effectLst/>
                <a:uFillTx/>
                <a:latin typeface="NotoSansJP-Thin_"/>
                <a:ea typeface="NotoSansJP-Thin_"/>
              </a:rPr>
              <a:t>テキストスタイル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"/>
          <p:cNvSpPr txBox="1"/>
          <p:nvPr/>
        </p:nvSpPr>
        <p:spPr>
          <a:xfrm>
            <a:off x="952560" y="1943640"/>
            <a:ext cx="12200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見出しは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4628880" y="1933560"/>
            <a:ext cx="1410120" cy="371520"/>
          </a:xfrm>
          <a:custGeom>
            <a:avLst/>
            <a:gdLst/>
            <a:ahLst/>
            <a:rect l="0" t="0" r="r" b="b"/>
            <a:pathLst>
              <a:path w="3917" h="1032">
                <a:moveTo>
                  <a:pt x="0" y="927"/>
                </a:moveTo>
                <a:lnTo>
                  <a:pt x="0" y="105"/>
                </a:lnTo>
                <a:cubicBezTo>
                  <a:pt x="0" y="91"/>
                  <a:pt x="3" y="78"/>
                  <a:pt x="8" y="65"/>
                </a:cubicBezTo>
                <a:cubicBezTo>
                  <a:pt x="14" y="52"/>
                  <a:pt x="21" y="40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2"/>
                  <a:pt x="92" y="0"/>
                  <a:pt x="106" y="0"/>
                </a:cubicBezTo>
                <a:lnTo>
                  <a:pt x="3811" y="0"/>
                </a:lnTo>
                <a:cubicBezTo>
                  <a:pt x="3825" y="0"/>
                  <a:pt x="3839" y="2"/>
                  <a:pt x="3852" y="8"/>
                </a:cubicBezTo>
                <a:cubicBezTo>
                  <a:pt x="3865" y="13"/>
                  <a:pt x="3876" y="21"/>
                  <a:pt x="3886" y="31"/>
                </a:cubicBezTo>
                <a:cubicBezTo>
                  <a:pt x="3896" y="40"/>
                  <a:pt x="3904" y="52"/>
                  <a:pt x="3909" y="65"/>
                </a:cubicBezTo>
                <a:cubicBezTo>
                  <a:pt x="3914" y="78"/>
                  <a:pt x="3917" y="91"/>
                  <a:pt x="3917" y="105"/>
                </a:cubicBezTo>
                <a:lnTo>
                  <a:pt x="3917" y="927"/>
                </a:lnTo>
                <a:cubicBezTo>
                  <a:pt x="3917" y="941"/>
                  <a:pt x="3914" y="954"/>
                  <a:pt x="3909" y="967"/>
                </a:cubicBezTo>
                <a:cubicBezTo>
                  <a:pt x="3904" y="980"/>
                  <a:pt x="3896" y="991"/>
                  <a:pt x="3886" y="1001"/>
                </a:cubicBezTo>
                <a:cubicBezTo>
                  <a:pt x="3876" y="1011"/>
                  <a:pt x="3865" y="1019"/>
                  <a:pt x="3852" y="1024"/>
                </a:cubicBezTo>
                <a:cubicBezTo>
                  <a:pt x="3839" y="1030"/>
                  <a:pt x="3825" y="1032"/>
                  <a:pt x="3811" y="1032"/>
                </a:cubicBezTo>
                <a:lnTo>
                  <a:pt x="106" y="1032"/>
                </a:lnTo>
                <a:cubicBezTo>
                  <a:pt x="92" y="1032"/>
                  <a:pt x="79" y="1030"/>
                  <a:pt x="66" y="1024"/>
                </a:cubicBezTo>
                <a:cubicBezTo>
                  <a:pt x="53" y="1019"/>
                  <a:pt x="41" y="1011"/>
                  <a:pt x="31" y="1001"/>
                </a:cubicBezTo>
                <a:cubicBezTo>
                  <a:pt x="21" y="991"/>
                  <a:pt x="14" y="980"/>
                  <a:pt x="8" y="967"/>
                </a:cubicBezTo>
                <a:cubicBezTo>
                  <a:pt x="3" y="954"/>
                  <a:pt x="0" y="941"/>
                  <a:pt x="0" y="927"/>
                </a:cubicBez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6" name=""/>
          <p:cNvSpPr txBox="1"/>
          <p:nvPr/>
        </p:nvSpPr>
        <p:spPr>
          <a:xfrm>
            <a:off x="2196000" y="1893600"/>
            <a:ext cx="213444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 Primary Color (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7" name=""/>
          <p:cNvSpPr txBox="1"/>
          <p:nvPr/>
        </p:nvSpPr>
        <p:spPr>
          <a:xfrm>
            <a:off x="4708080" y="1926000"/>
            <a:ext cx="10688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6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#008578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8" name=""/>
          <p:cNvSpPr txBox="1"/>
          <p:nvPr/>
        </p:nvSpPr>
        <p:spPr>
          <a:xfrm>
            <a:off x="6039000" y="189360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)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"/>
          <p:cNvSpPr txBox="1"/>
          <p:nvPr/>
        </p:nvSpPr>
        <p:spPr>
          <a:xfrm>
            <a:off x="6231240" y="1943640"/>
            <a:ext cx="9151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です。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"/>
          <p:cNvSpPr txBox="1"/>
          <p:nvPr/>
        </p:nvSpPr>
        <p:spPr>
          <a:xfrm>
            <a:off x="952560" y="2762640"/>
            <a:ext cx="9151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本文は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1" name=""/>
          <p:cNvSpPr/>
          <p:nvPr/>
        </p:nvSpPr>
        <p:spPr>
          <a:xfrm>
            <a:off x="3686040" y="2752560"/>
            <a:ext cx="1305360" cy="371880"/>
          </a:xfrm>
          <a:custGeom>
            <a:avLst/>
            <a:gdLst/>
            <a:ahLst/>
            <a:rect l="0" t="0" r="r" b="b"/>
            <a:pathLst>
              <a:path w="3626" h="1033">
                <a:moveTo>
                  <a:pt x="0" y="927"/>
                </a:moveTo>
                <a:lnTo>
                  <a:pt x="0" y="107"/>
                </a:lnTo>
                <a:cubicBezTo>
                  <a:pt x="0" y="93"/>
                  <a:pt x="3" y="78"/>
                  <a:pt x="8" y="65"/>
                </a:cubicBezTo>
                <a:cubicBezTo>
                  <a:pt x="13" y="52"/>
                  <a:pt x="21" y="41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3520" y="0"/>
                </a:lnTo>
                <a:cubicBezTo>
                  <a:pt x="3534" y="0"/>
                  <a:pt x="3547" y="3"/>
                  <a:pt x="3560" y="8"/>
                </a:cubicBezTo>
                <a:cubicBezTo>
                  <a:pt x="3573" y="13"/>
                  <a:pt x="3585" y="21"/>
                  <a:pt x="3595" y="31"/>
                </a:cubicBezTo>
                <a:cubicBezTo>
                  <a:pt x="3605" y="41"/>
                  <a:pt x="3612" y="52"/>
                  <a:pt x="3618" y="65"/>
                </a:cubicBezTo>
                <a:cubicBezTo>
                  <a:pt x="3623" y="78"/>
                  <a:pt x="3626" y="93"/>
                  <a:pt x="3626" y="107"/>
                </a:cubicBezTo>
                <a:lnTo>
                  <a:pt x="3626" y="927"/>
                </a:lnTo>
                <a:cubicBezTo>
                  <a:pt x="3626" y="941"/>
                  <a:pt x="3623" y="955"/>
                  <a:pt x="3618" y="967"/>
                </a:cubicBezTo>
                <a:cubicBezTo>
                  <a:pt x="3612" y="980"/>
                  <a:pt x="3605" y="992"/>
                  <a:pt x="3595" y="1002"/>
                </a:cubicBezTo>
                <a:cubicBezTo>
                  <a:pt x="3585" y="1012"/>
                  <a:pt x="3573" y="1019"/>
                  <a:pt x="3560" y="1025"/>
                </a:cubicBezTo>
                <a:cubicBezTo>
                  <a:pt x="3547" y="1030"/>
                  <a:pt x="3534" y="1033"/>
                  <a:pt x="3520" y="1033"/>
                </a:cubicBezTo>
                <a:lnTo>
                  <a:pt x="106" y="1033"/>
                </a:lnTo>
                <a:cubicBezTo>
                  <a:pt x="92" y="1033"/>
                  <a:pt x="78" y="1030"/>
                  <a:pt x="65" y="1025"/>
                </a:cubicBezTo>
                <a:cubicBezTo>
                  <a:pt x="52" y="1019"/>
                  <a:pt x="41" y="1012"/>
                  <a:pt x="31" y="1002"/>
                </a:cubicBezTo>
                <a:cubicBezTo>
                  <a:pt x="21" y="992"/>
                  <a:pt x="13" y="980"/>
                  <a:pt x="8" y="967"/>
                </a:cubicBezTo>
                <a:cubicBezTo>
                  <a:pt x="3" y="955"/>
                  <a:pt x="0" y="941"/>
                  <a:pt x="0" y="927"/>
                </a:cubicBez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2" name=""/>
          <p:cNvSpPr txBox="1"/>
          <p:nvPr/>
        </p:nvSpPr>
        <p:spPr>
          <a:xfrm>
            <a:off x="1885320" y="2712600"/>
            <a:ext cx="1609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 Main Text (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3" name=""/>
          <p:cNvSpPr txBox="1"/>
          <p:nvPr/>
        </p:nvSpPr>
        <p:spPr>
          <a:xfrm>
            <a:off x="3758040" y="2745360"/>
            <a:ext cx="106884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6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#333333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"/>
          <p:cNvSpPr txBox="1"/>
          <p:nvPr/>
        </p:nvSpPr>
        <p:spPr>
          <a:xfrm>
            <a:off x="4990320" y="271260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)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"/>
          <p:cNvSpPr txBox="1"/>
          <p:nvPr/>
        </p:nvSpPr>
        <p:spPr>
          <a:xfrm>
            <a:off x="5182560" y="2762640"/>
            <a:ext cx="57920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を使用し、行間を十分に確保しています。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"/>
          <p:cNvSpPr txBox="1"/>
          <p:nvPr/>
        </p:nvSpPr>
        <p:spPr>
          <a:xfrm>
            <a:off x="952560" y="3591360"/>
            <a:ext cx="18295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1" u="none" strike="noStrike">
                <a:solidFill>
                  <a:srgbClr val="FF9800"/>
                </a:solidFill>
                <a:effectLst/>
                <a:uFillTx/>
                <a:latin typeface="NotoSansJP-Thin_"/>
                <a:ea typeface="NotoSansJP-Thin_"/>
              </a:rPr>
              <a:t>強調テキスト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7" name=""/>
          <p:cNvSpPr txBox="1"/>
          <p:nvPr/>
        </p:nvSpPr>
        <p:spPr>
          <a:xfrm>
            <a:off x="2808720" y="354132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8" name=""/>
          <p:cNvSpPr txBox="1"/>
          <p:nvPr/>
        </p:nvSpPr>
        <p:spPr>
          <a:xfrm>
            <a:off x="2894760" y="3591360"/>
            <a:ext cx="3056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9" name=""/>
          <p:cNvSpPr/>
          <p:nvPr/>
        </p:nvSpPr>
        <p:spPr>
          <a:xfrm>
            <a:off x="5857560" y="3581280"/>
            <a:ext cx="1438920" cy="371880"/>
          </a:xfrm>
          <a:custGeom>
            <a:avLst/>
            <a:gdLst/>
            <a:ahLst/>
            <a:rect l="0" t="0" r="r" b="b"/>
            <a:pathLst>
              <a:path w="3997" h="1033">
                <a:moveTo>
                  <a:pt x="0" y="927"/>
                </a:moveTo>
                <a:lnTo>
                  <a:pt x="0" y="106"/>
                </a:lnTo>
                <a:cubicBezTo>
                  <a:pt x="0" y="92"/>
                  <a:pt x="3" y="78"/>
                  <a:pt x="8" y="65"/>
                </a:cubicBezTo>
                <a:cubicBezTo>
                  <a:pt x="14" y="52"/>
                  <a:pt x="21" y="41"/>
                  <a:pt x="31" y="31"/>
                </a:cubicBezTo>
                <a:cubicBezTo>
                  <a:pt x="41" y="21"/>
                  <a:pt x="53" y="13"/>
                  <a:pt x="66" y="8"/>
                </a:cubicBezTo>
                <a:cubicBezTo>
                  <a:pt x="79" y="3"/>
                  <a:pt x="92" y="0"/>
                  <a:pt x="106" y="0"/>
                </a:cubicBezTo>
                <a:lnTo>
                  <a:pt x="3891" y="0"/>
                </a:lnTo>
                <a:cubicBezTo>
                  <a:pt x="3905" y="0"/>
                  <a:pt x="3918" y="3"/>
                  <a:pt x="3931" y="8"/>
                </a:cubicBezTo>
                <a:cubicBezTo>
                  <a:pt x="3944" y="13"/>
                  <a:pt x="3956" y="21"/>
                  <a:pt x="3966" y="31"/>
                </a:cubicBezTo>
                <a:cubicBezTo>
                  <a:pt x="3976" y="41"/>
                  <a:pt x="3983" y="52"/>
                  <a:pt x="3989" y="65"/>
                </a:cubicBezTo>
                <a:cubicBezTo>
                  <a:pt x="3994" y="78"/>
                  <a:pt x="3997" y="92"/>
                  <a:pt x="3997" y="106"/>
                </a:cubicBezTo>
                <a:lnTo>
                  <a:pt x="3997" y="927"/>
                </a:lnTo>
                <a:cubicBezTo>
                  <a:pt x="3997" y="941"/>
                  <a:pt x="3994" y="954"/>
                  <a:pt x="3989" y="967"/>
                </a:cubicBezTo>
                <a:cubicBezTo>
                  <a:pt x="3983" y="980"/>
                  <a:pt x="3976" y="992"/>
                  <a:pt x="3966" y="1002"/>
                </a:cubicBezTo>
                <a:cubicBezTo>
                  <a:pt x="3956" y="1012"/>
                  <a:pt x="3944" y="1019"/>
                  <a:pt x="3931" y="1025"/>
                </a:cubicBezTo>
                <a:cubicBezTo>
                  <a:pt x="3918" y="1030"/>
                  <a:pt x="3905" y="1033"/>
                  <a:pt x="3891" y="1033"/>
                </a:cubicBezTo>
                <a:lnTo>
                  <a:pt x="106" y="1033"/>
                </a:lnTo>
                <a:cubicBezTo>
                  <a:pt x="92" y="1033"/>
                  <a:pt x="79" y="1030"/>
                  <a:pt x="66" y="1025"/>
                </a:cubicBezTo>
                <a:cubicBezTo>
                  <a:pt x="53" y="1019"/>
                  <a:pt x="41" y="1012"/>
                  <a:pt x="31" y="1002"/>
                </a:cubicBezTo>
                <a:cubicBezTo>
                  <a:pt x="21" y="992"/>
                  <a:pt x="14" y="980"/>
                  <a:pt x="8" y="967"/>
                </a:cubicBezTo>
                <a:cubicBezTo>
                  <a:pt x="3" y="954"/>
                  <a:pt x="0" y="941"/>
                  <a:pt x="0" y="927"/>
                </a:cubicBez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0" name=""/>
          <p:cNvSpPr txBox="1"/>
          <p:nvPr/>
        </p:nvSpPr>
        <p:spPr>
          <a:xfrm>
            <a:off x="3205800" y="3541320"/>
            <a:ext cx="230472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 Accent Orange (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1" name=""/>
          <p:cNvSpPr txBox="1"/>
          <p:nvPr/>
        </p:nvSpPr>
        <p:spPr>
          <a:xfrm>
            <a:off x="5933160" y="3574080"/>
            <a:ext cx="109872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6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#FF9800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2" name=""/>
          <p:cNvSpPr txBox="1"/>
          <p:nvPr/>
        </p:nvSpPr>
        <p:spPr>
          <a:xfrm>
            <a:off x="7297200" y="354132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)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3" name=""/>
          <p:cNvSpPr txBox="1"/>
          <p:nvPr/>
        </p:nvSpPr>
        <p:spPr>
          <a:xfrm>
            <a:off x="7489800" y="3591360"/>
            <a:ext cx="21344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を使用します。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4" name=""/>
          <p:cNvSpPr txBox="1"/>
          <p:nvPr/>
        </p:nvSpPr>
        <p:spPr>
          <a:xfrm>
            <a:off x="1326240" y="4867560"/>
            <a:ext cx="5337720" cy="31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7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これは引用ブロックのサンプルです。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5" name=""/>
          <p:cNvSpPr txBox="1"/>
          <p:nvPr/>
        </p:nvSpPr>
        <p:spPr>
          <a:xfrm>
            <a:off x="1326240" y="5382000"/>
            <a:ext cx="9419040" cy="314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7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デザインガイドラインに沿ったボーダーと背景色が適用されます。</a:t>
            </a:r>
            <a:endParaRPr lang="en-US" sz="247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6" name=""/>
          <p:cNvSpPr txBox="1"/>
          <p:nvPr/>
        </p:nvSpPr>
        <p:spPr>
          <a:xfrm>
            <a:off x="476280" y="28296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008578"/>
                </a:solidFill>
                <a:effectLst/>
                <a:uFillTx/>
                <a:latin typeface="NotoSansJP-Thin_"/>
                <a:ea typeface="NotoSansJP-Thin_"/>
              </a:rPr>
              <a:t>蒼翔祭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7" name=""/>
          <p:cNvSpPr txBox="1"/>
          <p:nvPr/>
        </p:nvSpPr>
        <p:spPr>
          <a:xfrm>
            <a:off x="1008720" y="254880"/>
            <a:ext cx="456120" cy="24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8578"/>
                </a:solidFill>
                <a:effectLst/>
                <a:uFillTx/>
                <a:latin typeface="Montserrat"/>
                <a:ea typeface="Montserrat"/>
              </a:rPr>
              <a:t>2026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8" name=""/>
          <p:cNvSpPr txBox="1"/>
          <p:nvPr/>
        </p:nvSpPr>
        <p:spPr>
          <a:xfrm>
            <a:off x="8220600" y="6388920"/>
            <a:ext cx="2963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© 2026 Soshosai Executive Committee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9" name=""/>
          <p:cNvSpPr txBox="1"/>
          <p:nvPr/>
        </p:nvSpPr>
        <p:spPr>
          <a:xfrm>
            <a:off x="11031840" y="564624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4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3" name=""/>
          <p:cNvSpPr/>
          <p:nvPr/>
        </p:nvSpPr>
        <p:spPr>
          <a:xfrm>
            <a:off x="1076040" y="207612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0"/>
                  <a:pt x="263" y="167"/>
                  <a:pt x="256" y="184"/>
                </a:cubicBezTo>
                <a:cubicBezTo>
                  <a:pt x="249" y="201"/>
                  <a:pt x="240" y="215"/>
                  <a:pt x="227" y="227"/>
                </a:cubicBezTo>
                <a:cubicBezTo>
                  <a:pt x="215" y="240"/>
                  <a:pt x="200" y="249"/>
                  <a:pt x="184" y="256"/>
                </a:cubicBezTo>
                <a:cubicBezTo>
                  <a:pt x="168" y="263"/>
                  <a:pt x="151" y="266"/>
                  <a:pt x="134" y="266"/>
                </a:cubicBezTo>
                <a:cubicBezTo>
                  <a:pt x="116" y="266"/>
                  <a:pt x="99" y="263"/>
                  <a:pt x="83" y="256"/>
                </a:cubicBezTo>
                <a:cubicBezTo>
                  <a:pt x="67" y="249"/>
                  <a:pt x="52" y="240"/>
                  <a:pt x="39" y="227"/>
                </a:cubicBezTo>
                <a:cubicBezTo>
                  <a:pt x="27" y="215"/>
                  <a:pt x="17" y="201"/>
                  <a:pt x="10" y="184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7" y="17"/>
                  <a:pt x="83" y="10"/>
                </a:cubicBezTo>
                <a:cubicBezTo>
                  <a:pt x="99" y="4"/>
                  <a:pt x="116" y="0"/>
                  <a:pt x="134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5" y="27"/>
                  <a:pt x="227" y="39"/>
                </a:cubicBezTo>
                <a:cubicBezTo>
                  <a:pt x="240" y="52"/>
                  <a:pt x="249" y="66"/>
                  <a:pt x="256" y="82"/>
                </a:cubicBezTo>
                <a:cubicBezTo>
                  <a:pt x="263" y="98"/>
                  <a:pt x="266" y="115"/>
                  <a:pt x="266" y="133"/>
                </a:cubicBezTo>
                <a:close/>
              </a:path>
            </a:pathLst>
          </a:custGeom>
          <a:solidFill>
            <a:srgbClr val="0085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4" name=""/>
          <p:cNvSpPr txBox="1"/>
          <p:nvPr/>
        </p:nvSpPr>
        <p:spPr>
          <a:xfrm>
            <a:off x="952560" y="929160"/>
            <a:ext cx="320112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600" b="1" u="none" strike="noStrike">
                <a:solidFill>
                  <a:srgbClr val="008578"/>
                </a:solidFill>
                <a:effectLst/>
                <a:uFillTx/>
                <a:latin typeface="NotoSansJP-Thin_"/>
                <a:ea typeface="NotoSansJP-Thin_"/>
              </a:rPr>
              <a:t>リストとコード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5" name=""/>
          <p:cNvSpPr/>
          <p:nvPr/>
        </p:nvSpPr>
        <p:spPr>
          <a:xfrm>
            <a:off x="1076040" y="259056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1"/>
                  <a:pt x="263" y="168"/>
                  <a:pt x="256" y="184"/>
                </a:cubicBezTo>
                <a:cubicBezTo>
                  <a:pt x="249" y="200"/>
                  <a:pt x="240" y="215"/>
                  <a:pt x="227" y="227"/>
                </a:cubicBezTo>
                <a:cubicBezTo>
                  <a:pt x="215" y="239"/>
                  <a:pt x="200" y="249"/>
                  <a:pt x="184" y="256"/>
                </a:cubicBezTo>
                <a:cubicBezTo>
                  <a:pt x="168" y="262"/>
                  <a:pt x="151" y="266"/>
                  <a:pt x="134" y="266"/>
                </a:cubicBezTo>
                <a:cubicBezTo>
                  <a:pt x="116" y="266"/>
                  <a:pt x="99" y="262"/>
                  <a:pt x="83" y="256"/>
                </a:cubicBezTo>
                <a:cubicBezTo>
                  <a:pt x="67" y="249"/>
                  <a:pt x="52" y="239"/>
                  <a:pt x="39" y="227"/>
                </a:cubicBezTo>
                <a:cubicBezTo>
                  <a:pt x="27" y="215"/>
                  <a:pt x="17" y="200"/>
                  <a:pt x="10" y="184"/>
                </a:cubicBezTo>
                <a:cubicBezTo>
                  <a:pt x="4" y="168"/>
                  <a:pt x="0" y="151"/>
                  <a:pt x="0" y="133"/>
                </a:cubicBezTo>
                <a:cubicBezTo>
                  <a:pt x="0" y="116"/>
                  <a:pt x="4" y="99"/>
                  <a:pt x="10" y="83"/>
                </a:cubicBezTo>
                <a:cubicBezTo>
                  <a:pt x="17" y="67"/>
                  <a:pt x="27" y="51"/>
                  <a:pt x="39" y="39"/>
                </a:cubicBezTo>
                <a:cubicBezTo>
                  <a:pt x="52" y="27"/>
                  <a:pt x="67" y="17"/>
                  <a:pt x="83" y="10"/>
                </a:cubicBezTo>
                <a:cubicBezTo>
                  <a:pt x="99" y="4"/>
                  <a:pt x="116" y="0"/>
                  <a:pt x="134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5" y="27"/>
                  <a:pt x="227" y="39"/>
                </a:cubicBezTo>
                <a:cubicBezTo>
                  <a:pt x="240" y="51"/>
                  <a:pt x="249" y="67"/>
                  <a:pt x="256" y="83"/>
                </a:cubicBezTo>
                <a:cubicBezTo>
                  <a:pt x="263" y="99"/>
                  <a:pt x="266" y="116"/>
                  <a:pt x="266" y="133"/>
                </a:cubicBezTo>
                <a:close/>
              </a:path>
            </a:pathLst>
          </a:custGeom>
          <a:solidFill>
            <a:srgbClr val="0085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86" name=""/>
          <p:cNvSpPr txBox="1"/>
          <p:nvPr/>
        </p:nvSpPr>
        <p:spPr>
          <a:xfrm>
            <a:off x="1333440" y="1943640"/>
            <a:ext cx="57920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箇条書きのマーカーもブランドカラーです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7" name=""/>
          <p:cNvSpPr txBox="1"/>
          <p:nvPr/>
        </p:nvSpPr>
        <p:spPr>
          <a:xfrm>
            <a:off x="1333440" y="2457720"/>
            <a:ext cx="30488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インラインコードの例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8" name=""/>
          <p:cNvSpPr/>
          <p:nvPr/>
        </p:nvSpPr>
        <p:spPr>
          <a:xfrm>
            <a:off x="4600440" y="2447640"/>
            <a:ext cx="1581480" cy="371880"/>
          </a:xfrm>
          <a:custGeom>
            <a:avLst/>
            <a:gdLst/>
            <a:ahLst/>
            <a:rect l="0" t="0" r="r" b="b"/>
            <a:pathLst>
              <a:path w="4393" h="1033">
                <a:moveTo>
                  <a:pt x="0" y="926"/>
                </a:moveTo>
                <a:lnTo>
                  <a:pt x="0" y="106"/>
                </a:lnTo>
                <a:cubicBezTo>
                  <a:pt x="0" y="92"/>
                  <a:pt x="3" y="79"/>
                  <a:pt x="8" y="66"/>
                </a:cubicBezTo>
                <a:cubicBezTo>
                  <a:pt x="13" y="53"/>
                  <a:pt x="21" y="41"/>
                  <a:pt x="31" y="31"/>
                </a:cubicBezTo>
                <a:cubicBezTo>
                  <a:pt x="41" y="21"/>
                  <a:pt x="52" y="14"/>
                  <a:pt x="65" y="8"/>
                </a:cubicBezTo>
                <a:cubicBezTo>
                  <a:pt x="78" y="3"/>
                  <a:pt x="92" y="0"/>
                  <a:pt x="106" y="0"/>
                </a:cubicBezTo>
                <a:lnTo>
                  <a:pt x="4287" y="0"/>
                </a:lnTo>
                <a:cubicBezTo>
                  <a:pt x="4301" y="0"/>
                  <a:pt x="4315" y="3"/>
                  <a:pt x="4328" y="8"/>
                </a:cubicBezTo>
                <a:cubicBezTo>
                  <a:pt x="4341" y="14"/>
                  <a:pt x="4352" y="21"/>
                  <a:pt x="4362" y="31"/>
                </a:cubicBezTo>
                <a:cubicBezTo>
                  <a:pt x="4372" y="41"/>
                  <a:pt x="4380" y="53"/>
                  <a:pt x="4385" y="66"/>
                </a:cubicBezTo>
                <a:cubicBezTo>
                  <a:pt x="4390" y="79"/>
                  <a:pt x="4393" y="92"/>
                  <a:pt x="4393" y="106"/>
                </a:cubicBezTo>
                <a:lnTo>
                  <a:pt x="4393" y="926"/>
                </a:lnTo>
                <a:cubicBezTo>
                  <a:pt x="4393" y="941"/>
                  <a:pt x="4390" y="955"/>
                  <a:pt x="4385" y="968"/>
                </a:cubicBezTo>
                <a:cubicBezTo>
                  <a:pt x="4380" y="981"/>
                  <a:pt x="4372" y="992"/>
                  <a:pt x="4362" y="1002"/>
                </a:cubicBezTo>
                <a:cubicBezTo>
                  <a:pt x="4352" y="1012"/>
                  <a:pt x="4341" y="1020"/>
                  <a:pt x="4328" y="1025"/>
                </a:cubicBezTo>
                <a:cubicBezTo>
                  <a:pt x="4315" y="1030"/>
                  <a:pt x="4301" y="1033"/>
                  <a:pt x="4287" y="1033"/>
                </a:cubicBezTo>
                <a:lnTo>
                  <a:pt x="106" y="1033"/>
                </a:lnTo>
                <a:cubicBezTo>
                  <a:pt x="92" y="1033"/>
                  <a:pt x="78" y="1030"/>
                  <a:pt x="65" y="1025"/>
                </a:cubicBezTo>
                <a:cubicBezTo>
                  <a:pt x="52" y="1020"/>
                  <a:pt x="41" y="1012"/>
                  <a:pt x="31" y="1002"/>
                </a:cubicBezTo>
                <a:cubicBezTo>
                  <a:pt x="21" y="992"/>
                  <a:pt x="13" y="981"/>
                  <a:pt x="8" y="968"/>
                </a:cubicBezTo>
                <a:cubicBezTo>
                  <a:pt x="3" y="955"/>
                  <a:pt x="0" y="941"/>
                  <a:pt x="0" y="926"/>
                </a:cubicBez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89" name=""/>
          <p:cNvSpPr txBox="1"/>
          <p:nvPr/>
        </p:nvSpPr>
        <p:spPr>
          <a:xfrm>
            <a:off x="4442400" y="240768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: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0" name=""/>
          <p:cNvSpPr/>
          <p:nvPr/>
        </p:nvSpPr>
        <p:spPr>
          <a:xfrm>
            <a:off x="1076040" y="3114360"/>
            <a:ext cx="95760" cy="95760"/>
          </a:xfrm>
          <a:custGeom>
            <a:avLst/>
            <a:gdLst/>
            <a:ahLst/>
            <a:rect l="0" t="0" r="r" b="b"/>
            <a:pathLst>
              <a:path w="266" h="266">
                <a:moveTo>
                  <a:pt x="266" y="133"/>
                </a:moveTo>
                <a:cubicBezTo>
                  <a:pt x="266" y="150"/>
                  <a:pt x="263" y="167"/>
                  <a:pt x="256" y="183"/>
                </a:cubicBezTo>
                <a:cubicBezTo>
                  <a:pt x="249" y="200"/>
                  <a:pt x="240" y="215"/>
                  <a:pt x="227" y="227"/>
                </a:cubicBezTo>
                <a:cubicBezTo>
                  <a:pt x="215" y="240"/>
                  <a:pt x="200" y="249"/>
                  <a:pt x="184" y="256"/>
                </a:cubicBezTo>
                <a:cubicBezTo>
                  <a:pt x="168" y="263"/>
                  <a:pt x="151" y="266"/>
                  <a:pt x="134" y="266"/>
                </a:cubicBezTo>
                <a:cubicBezTo>
                  <a:pt x="116" y="266"/>
                  <a:pt x="99" y="263"/>
                  <a:pt x="83" y="256"/>
                </a:cubicBezTo>
                <a:cubicBezTo>
                  <a:pt x="67" y="249"/>
                  <a:pt x="52" y="240"/>
                  <a:pt x="39" y="227"/>
                </a:cubicBezTo>
                <a:cubicBezTo>
                  <a:pt x="27" y="215"/>
                  <a:pt x="17" y="200"/>
                  <a:pt x="10" y="183"/>
                </a:cubicBezTo>
                <a:cubicBezTo>
                  <a:pt x="4" y="167"/>
                  <a:pt x="0" y="150"/>
                  <a:pt x="0" y="133"/>
                </a:cubicBezTo>
                <a:cubicBezTo>
                  <a:pt x="0" y="115"/>
                  <a:pt x="4" y="98"/>
                  <a:pt x="10" y="82"/>
                </a:cubicBezTo>
                <a:cubicBezTo>
                  <a:pt x="17" y="66"/>
                  <a:pt x="27" y="52"/>
                  <a:pt x="39" y="39"/>
                </a:cubicBezTo>
                <a:cubicBezTo>
                  <a:pt x="52" y="27"/>
                  <a:pt x="67" y="17"/>
                  <a:pt x="83" y="10"/>
                </a:cubicBezTo>
                <a:cubicBezTo>
                  <a:pt x="99" y="4"/>
                  <a:pt x="116" y="0"/>
                  <a:pt x="134" y="0"/>
                </a:cubicBezTo>
                <a:cubicBezTo>
                  <a:pt x="151" y="0"/>
                  <a:pt x="168" y="4"/>
                  <a:pt x="184" y="10"/>
                </a:cubicBezTo>
                <a:cubicBezTo>
                  <a:pt x="200" y="17"/>
                  <a:pt x="215" y="27"/>
                  <a:pt x="227" y="39"/>
                </a:cubicBezTo>
                <a:cubicBezTo>
                  <a:pt x="240" y="52"/>
                  <a:pt x="249" y="66"/>
                  <a:pt x="256" y="82"/>
                </a:cubicBezTo>
                <a:cubicBezTo>
                  <a:pt x="263" y="98"/>
                  <a:pt x="266" y="115"/>
                  <a:pt x="266" y="133"/>
                </a:cubicBezTo>
                <a:close/>
              </a:path>
            </a:pathLst>
          </a:custGeom>
          <a:solidFill>
            <a:srgbClr val="0085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91" name=""/>
          <p:cNvSpPr txBox="1"/>
          <p:nvPr/>
        </p:nvSpPr>
        <p:spPr>
          <a:xfrm>
            <a:off x="4675680" y="2440440"/>
            <a:ext cx="122040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6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npx slidev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2" name=""/>
          <p:cNvSpPr/>
          <p:nvPr/>
        </p:nvSpPr>
        <p:spPr>
          <a:xfrm>
            <a:off x="1457280" y="3628800"/>
            <a:ext cx="95400" cy="95760"/>
          </a:xfrm>
          <a:custGeom>
            <a:avLst/>
            <a:gdLst/>
            <a:ahLst/>
            <a:rect l="0" t="0" r="r" b="b"/>
            <a:pathLst>
              <a:path w="265" h="266">
                <a:moveTo>
                  <a:pt x="265" y="133"/>
                </a:moveTo>
                <a:cubicBezTo>
                  <a:pt x="265" y="151"/>
                  <a:pt x="262" y="168"/>
                  <a:pt x="255" y="184"/>
                </a:cubicBezTo>
                <a:cubicBezTo>
                  <a:pt x="248" y="200"/>
                  <a:pt x="239" y="215"/>
                  <a:pt x="226" y="227"/>
                </a:cubicBezTo>
                <a:cubicBezTo>
                  <a:pt x="214" y="239"/>
                  <a:pt x="200" y="249"/>
                  <a:pt x="184" y="256"/>
                </a:cubicBezTo>
                <a:cubicBezTo>
                  <a:pt x="167" y="262"/>
                  <a:pt x="150" y="266"/>
                  <a:pt x="133" y="266"/>
                </a:cubicBezTo>
                <a:cubicBezTo>
                  <a:pt x="115" y="266"/>
                  <a:pt x="98" y="262"/>
                  <a:pt x="82" y="256"/>
                </a:cubicBezTo>
                <a:cubicBezTo>
                  <a:pt x="66" y="249"/>
                  <a:pt x="52" y="239"/>
                  <a:pt x="38" y="227"/>
                </a:cubicBezTo>
                <a:cubicBezTo>
                  <a:pt x="26" y="215"/>
                  <a:pt x="16" y="200"/>
                  <a:pt x="10" y="184"/>
                </a:cubicBezTo>
                <a:cubicBezTo>
                  <a:pt x="3" y="168"/>
                  <a:pt x="0" y="151"/>
                  <a:pt x="0" y="133"/>
                </a:cubicBezTo>
                <a:cubicBezTo>
                  <a:pt x="0" y="116"/>
                  <a:pt x="3" y="99"/>
                  <a:pt x="10" y="82"/>
                </a:cubicBezTo>
                <a:cubicBezTo>
                  <a:pt x="16" y="66"/>
                  <a:pt x="26" y="51"/>
                  <a:pt x="38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4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6"/>
                  <a:pt x="255" y="82"/>
                </a:cubicBezTo>
                <a:cubicBezTo>
                  <a:pt x="262" y="99"/>
                  <a:pt x="265" y="116"/>
                  <a:pt x="265" y="133"/>
                </a:cubicBezTo>
                <a:close/>
              </a:path>
            </a:pathLst>
          </a:custGeom>
          <a:noFill/>
          <a:ln w="9360">
            <a:solidFill>
              <a:srgbClr val="00857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3" name=""/>
          <p:cNvSpPr txBox="1"/>
          <p:nvPr/>
        </p:nvSpPr>
        <p:spPr>
          <a:xfrm>
            <a:off x="1333440" y="2981880"/>
            <a:ext cx="27439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ネストされたリスト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4" name=""/>
          <p:cNvSpPr txBox="1"/>
          <p:nvPr/>
        </p:nvSpPr>
        <p:spPr>
          <a:xfrm>
            <a:off x="1714320" y="3495960"/>
            <a:ext cx="12200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サブ項目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5" name=""/>
          <p:cNvSpPr/>
          <p:nvPr/>
        </p:nvSpPr>
        <p:spPr>
          <a:xfrm>
            <a:off x="1457280" y="4143240"/>
            <a:ext cx="95400" cy="95400"/>
          </a:xfrm>
          <a:custGeom>
            <a:avLst/>
            <a:gdLst/>
            <a:ahLst/>
            <a:rect l="0" t="0" r="r" b="b"/>
            <a:pathLst>
              <a:path w="265" h="265">
                <a:moveTo>
                  <a:pt x="265" y="132"/>
                </a:moveTo>
                <a:cubicBezTo>
                  <a:pt x="265" y="150"/>
                  <a:pt x="262" y="167"/>
                  <a:pt x="255" y="183"/>
                </a:cubicBezTo>
                <a:cubicBezTo>
                  <a:pt x="248" y="199"/>
                  <a:pt x="239" y="213"/>
                  <a:pt x="226" y="226"/>
                </a:cubicBezTo>
                <a:cubicBezTo>
                  <a:pt x="214" y="238"/>
                  <a:pt x="200" y="249"/>
                  <a:pt x="184" y="255"/>
                </a:cubicBezTo>
                <a:cubicBezTo>
                  <a:pt x="167" y="262"/>
                  <a:pt x="150" y="265"/>
                  <a:pt x="133" y="265"/>
                </a:cubicBezTo>
                <a:cubicBezTo>
                  <a:pt x="115" y="265"/>
                  <a:pt x="98" y="262"/>
                  <a:pt x="82" y="255"/>
                </a:cubicBezTo>
                <a:cubicBezTo>
                  <a:pt x="66" y="249"/>
                  <a:pt x="52" y="238"/>
                  <a:pt x="38" y="226"/>
                </a:cubicBezTo>
                <a:cubicBezTo>
                  <a:pt x="26" y="213"/>
                  <a:pt x="16" y="199"/>
                  <a:pt x="10" y="183"/>
                </a:cubicBezTo>
                <a:cubicBezTo>
                  <a:pt x="3" y="167"/>
                  <a:pt x="0" y="150"/>
                  <a:pt x="0" y="132"/>
                </a:cubicBezTo>
                <a:cubicBezTo>
                  <a:pt x="0" y="115"/>
                  <a:pt x="3" y="98"/>
                  <a:pt x="10" y="82"/>
                </a:cubicBezTo>
                <a:cubicBezTo>
                  <a:pt x="16" y="65"/>
                  <a:pt x="26" y="51"/>
                  <a:pt x="38" y="39"/>
                </a:cubicBezTo>
                <a:cubicBezTo>
                  <a:pt x="52" y="26"/>
                  <a:pt x="66" y="17"/>
                  <a:pt x="82" y="10"/>
                </a:cubicBezTo>
                <a:cubicBezTo>
                  <a:pt x="98" y="3"/>
                  <a:pt x="115" y="0"/>
                  <a:pt x="133" y="0"/>
                </a:cubicBezTo>
                <a:cubicBezTo>
                  <a:pt x="150" y="0"/>
                  <a:pt x="167" y="3"/>
                  <a:pt x="184" y="10"/>
                </a:cubicBezTo>
                <a:cubicBezTo>
                  <a:pt x="200" y="17"/>
                  <a:pt x="214" y="26"/>
                  <a:pt x="226" y="39"/>
                </a:cubicBezTo>
                <a:cubicBezTo>
                  <a:pt x="239" y="51"/>
                  <a:pt x="248" y="65"/>
                  <a:pt x="255" y="82"/>
                </a:cubicBezTo>
                <a:cubicBezTo>
                  <a:pt x="262" y="98"/>
                  <a:pt x="265" y="115"/>
                  <a:pt x="265" y="132"/>
                </a:cubicBezTo>
                <a:close/>
              </a:path>
            </a:pathLst>
          </a:custGeom>
          <a:noFill/>
          <a:ln w="9360">
            <a:solidFill>
              <a:srgbClr val="008578"/>
            </a:solidFill>
            <a:miter/>
          </a:ln>
        </p:spPr>
        <p:txBody>
          <a:bodyPr lIns="4680" tIns="4680" rIns="4680" bIns="468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6" name=""/>
          <p:cNvSpPr txBox="1"/>
          <p:nvPr/>
        </p:nvSpPr>
        <p:spPr>
          <a:xfrm>
            <a:off x="2958120" y="344592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 1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7" name=""/>
          <p:cNvSpPr txBox="1"/>
          <p:nvPr/>
        </p:nvSpPr>
        <p:spPr>
          <a:xfrm>
            <a:off x="1714320" y="4010400"/>
            <a:ext cx="12200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サブ項目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8" name=""/>
          <p:cNvSpPr txBox="1"/>
          <p:nvPr/>
        </p:nvSpPr>
        <p:spPr>
          <a:xfrm>
            <a:off x="2958120" y="396036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 2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"/>
          <p:cNvSpPr txBox="1"/>
          <p:nvPr/>
        </p:nvSpPr>
        <p:spPr>
          <a:xfrm>
            <a:off x="476280" y="28296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008578"/>
                </a:solidFill>
                <a:effectLst/>
                <a:uFillTx/>
                <a:latin typeface="NotoSansJP-Thin_"/>
                <a:ea typeface="NotoSansJP-Thin_"/>
              </a:rPr>
              <a:t>蒼翔祭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"/>
          <p:cNvSpPr txBox="1"/>
          <p:nvPr/>
        </p:nvSpPr>
        <p:spPr>
          <a:xfrm>
            <a:off x="1008720" y="254880"/>
            <a:ext cx="456120" cy="24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8578"/>
                </a:solidFill>
                <a:effectLst/>
                <a:uFillTx/>
                <a:latin typeface="Montserrat"/>
                <a:ea typeface="Montserrat"/>
              </a:rPr>
              <a:t>2026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1" name=""/>
          <p:cNvSpPr txBox="1"/>
          <p:nvPr/>
        </p:nvSpPr>
        <p:spPr>
          <a:xfrm>
            <a:off x="8220600" y="6388920"/>
            <a:ext cx="2963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© 2026 Soshosai Executive Committee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2" name=""/>
          <p:cNvSpPr txBox="1"/>
          <p:nvPr/>
        </p:nvSpPr>
        <p:spPr>
          <a:xfrm>
            <a:off x="11061000" y="564624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5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6" name=""/>
          <p:cNvSpPr/>
          <p:nvPr/>
        </p:nvSpPr>
        <p:spPr>
          <a:xfrm>
            <a:off x="0" y="0"/>
            <a:ext cx="285840" cy="6858000"/>
          </a:xfrm>
          <a:custGeom>
            <a:avLst/>
            <a:gdLst/>
            <a:ahLst/>
            <a:rect l="0" t="0" r="r" b="b"/>
            <a:pathLst>
              <a:path w="794" h="19050">
                <a:moveTo>
                  <a:pt x="0" y="0"/>
                </a:moveTo>
                <a:lnTo>
                  <a:pt x="794" y="0"/>
                </a:lnTo>
                <a:lnTo>
                  <a:pt x="794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980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7" name=""/>
          <p:cNvSpPr/>
          <p:nvPr/>
        </p:nvSpPr>
        <p:spPr>
          <a:xfrm>
            <a:off x="1238040" y="3133440"/>
            <a:ext cx="10001520" cy="38520"/>
          </a:xfrm>
          <a:custGeom>
            <a:avLst/>
            <a:gdLst/>
            <a:ahLst/>
            <a:rect l="0" t="0" r="r" b="b"/>
            <a:pathLst>
              <a:path w="27782" h="107">
                <a:moveTo>
                  <a:pt x="0" y="0"/>
                </a:moveTo>
                <a:lnTo>
                  <a:pt x="27782" y="0"/>
                </a:lnTo>
                <a:lnTo>
                  <a:pt x="27782" y="107"/>
                </a:lnTo>
                <a:lnTo>
                  <a:pt x="0" y="107"/>
                </a:lnTo>
                <a:lnTo>
                  <a:pt x="0" y="0"/>
                </a:lnTo>
                <a:close/>
              </a:path>
            </a:pathLst>
          </a:custGeom>
          <a:solidFill>
            <a:srgbClr val="0085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08" name=""/>
          <p:cNvSpPr txBox="1"/>
          <p:nvPr/>
        </p:nvSpPr>
        <p:spPr>
          <a:xfrm>
            <a:off x="1238400" y="2296440"/>
            <a:ext cx="5487120" cy="60984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4800" b="1" u="none" strike="noStrike">
                <a:solidFill>
                  <a:srgbClr val="008578"/>
                </a:solidFill>
                <a:effectLst/>
                <a:uFillTx/>
                <a:latin typeface="NotoSansJP-Thin_"/>
                <a:ea typeface="NotoSansJP-Thin_"/>
              </a:rPr>
              <a:t>アクセントスライド</a:t>
            </a:r>
            <a:endParaRPr lang="en-US" sz="48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9" name=""/>
          <p:cNvSpPr txBox="1"/>
          <p:nvPr/>
        </p:nvSpPr>
        <p:spPr>
          <a:xfrm>
            <a:off x="1238400" y="3972240"/>
            <a:ext cx="883980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重要なアナウンスや、色の切り替えが必要な場合に使用します。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0" name=""/>
          <p:cNvSpPr txBox="1"/>
          <p:nvPr/>
        </p:nvSpPr>
        <p:spPr>
          <a:xfrm>
            <a:off x="762120" y="28296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008578"/>
                </a:solidFill>
                <a:effectLst/>
                <a:uFillTx/>
                <a:latin typeface="NotoSansJP-Thin_"/>
                <a:ea typeface="NotoSansJP-Thin_"/>
              </a:rPr>
              <a:t>蒼翔祭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1" name=""/>
          <p:cNvSpPr txBox="1"/>
          <p:nvPr/>
        </p:nvSpPr>
        <p:spPr>
          <a:xfrm>
            <a:off x="1294560" y="254880"/>
            <a:ext cx="456120" cy="24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8578"/>
                </a:solidFill>
                <a:effectLst/>
                <a:uFillTx/>
                <a:latin typeface="Montserrat"/>
                <a:ea typeface="Montserrat"/>
              </a:rPr>
              <a:t>2026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2" name=""/>
          <p:cNvSpPr txBox="1"/>
          <p:nvPr/>
        </p:nvSpPr>
        <p:spPr>
          <a:xfrm>
            <a:off x="8220600" y="6388920"/>
            <a:ext cx="2963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© 2026 Soshosai Executive Committee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3" name=""/>
          <p:cNvSpPr txBox="1"/>
          <p:nvPr/>
        </p:nvSpPr>
        <p:spPr>
          <a:xfrm>
            <a:off x="11047680" y="564624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6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5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6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8FAFC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7" name=""/>
          <p:cNvSpPr txBox="1"/>
          <p:nvPr/>
        </p:nvSpPr>
        <p:spPr>
          <a:xfrm>
            <a:off x="952560" y="929160"/>
            <a:ext cx="1372320" cy="45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3600" b="1" u="none" strike="noStrike">
                <a:solidFill>
                  <a:srgbClr val="008578"/>
                </a:solidFill>
                <a:effectLst/>
                <a:uFillTx/>
                <a:latin typeface="NotoSansJP-Thin_"/>
                <a:ea typeface="NotoSansJP-Thin_"/>
              </a:rPr>
              <a:t>まとめ</a:t>
            </a:r>
            <a:endParaRPr lang="en-US" sz="36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8" name=""/>
          <p:cNvSpPr txBox="1"/>
          <p:nvPr/>
        </p:nvSpPr>
        <p:spPr>
          <a:xfrm>
            <a:off x="952560" y="1943640"/>
            <a:ext cx="27439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このテンプレートは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3828960" y="1933560"/>
            <a:ext cx="2934000" cy="371520"/>
          </a:xfrm>
          <a:custGeom>
            <a:avLst/>
            <a:gdLst/>
            <a:ahLst/>
            <a:rect l="0" t="0" r="r" b="b"/>
            <a:pathLst>
              <a:path w="8150" h="1032">
                <a:moveTo>
                  <a:pt x="0" y="927"/>
                </a:moveTo>
                <a:lnTo>
                  <a:pt x="0" y="105"/>
                </a:lnTo>
                <a:cubicBezTo>
                  <a:pt x="0" y="91"/>
                  <a:pt x="2" y="78"/>
                  <a:pt x="8" y="65"/>
                </a:cubicBezTo>
                <a:cubicBezTo>
                  <a:pt x="13" y="52"/>
                  <a:pt x="21" y="40"/>
                  <a:pt x="31" y="31"/>
                </a:cubicBezTo>
                <a:cubicBezTo>
                  <a:pt x="41" y="21"/>
                  <a:pt x="52" y="13"/>
                  <a:pt x="65" y="8"/>
                </a:cubicBezTo>
                <a:cubicBezTo>
                  <a:pt x="78" y="2"/>
                  <a:pt x="92" y="0"/>
                  <a:pt x="106" y="0"/>
                </a:cubicBezTo>
                <a:lnTo>
                  <a:pt x="8044" y="0"/>
                </a:lnTo>
                <a:cubicBezTo>
                  <a:pt x="8058" y="0"/>
                  <a:pt x="8072" y="2"/>
                  <a:pt x="8085" y="8"/>
                </a:cubicBezTo>
                <a:cubicBezTo>
                  <a:pt x="8098" y="13"/>
                  <a:pt x="8109" y="21"/>
                  <a:pt x="8119" y="31"/>
                </a:cubicBezTo>
                <a:cubicBezTo>
                  <a:pt x="8129" y="40"/>
                  <a:pt x="8136" y="52"/>
                  <a:pt x="8142" y="65"/>
                </a:cubicBezTo>
                <a:cubicBezTo>
                  <a:pt x="8147" y="78"/>
                  <a:pt x="8150" y="91"/>
                  <a:pt x="8150" y="105"/>
                </a:cubicBezTo>
                <a:lnTo>
                  <a:pt x="8150" y="927"/>
                </a:lnTo>
                <a:cubicBezTo>
                  <a:pt x="8150" y="941"/>
                  <a:pt x="8147" y="954"/>
                  <a:pt x="8142" y="967"/>
                </a:cubicBezTo>
                <a:cubicBezTo>
                  <a:pt x="8136" y="980"/>
                  <a:pt x="8129" y="991"/>
                  <a:pt x="8119" y="1001"/>
                </a:cubicBezTo>
                <a:cubicBezTo>
                  <a:pt x="8109" y="1011"/>
                  <a:pt x="8098" y="1019"/>
                  <a:pt x="8085" y="1024"/>
                </a:cubicBezTo>
                <a:cubicBezTo>
                  <a:pt x="8072" y="1030"/>
                  <a:pt x="8058" y="1032"/>
                  <a:pt x="8044" y="1032"/>
                </a:cubicBezTo>
                <a:lnTo>
                  <a:pt x="106" y="1032"/>
                </a:lnTo>
                <a:cubicBezTo>
                  <a:pt x="92" y="1032"/>
                  <a:pt x="78" y="1030"/>
                  <a:pt x="65" y="1024"/>
                </a:cubicBezTo>
                <a:cubicBezTo>
                  <a:pt x="52" y="1019"/>
                  <a:pt x="41" y="1011"/>
                  <a:pt x="31" y="1001"/>
                </a:cubicBezTo>
                <a:cubicBezTo>
                  <a:pt x="21" y="991"/>
                  <a:pt x="13" y="980"/>
                  <a:pt x="8" y="967"/>
                </a:cubicBezTo>
                <a:cubicBezTo>
                  <a:pt x="2" y="954"/>
                  <a:pt x="0" y="941"/>
                  <a:pt x="0" y="927"/>
                </a:cubicBezTo>
                <a:close/>
              </a:path>
            </a:pathLst>
          </a:custGeom>
          <a:solidFill>
            <a:srgbClr val="E2E8F0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0" name=""/>
          <p:cNvSpPr txBox="1"/>
          <p:nvPr/>
        </p:nvSpPr>
        <p:spPr>
          <a:xfrm>
            <a:off x="3741480" y="189360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1" name=""/>
          <p:cNvSpPr txBox="1"/>
          <p:nvPr/>
        </p:nvSpPr>
        <p:spPr>
          <a:xfrm>
            <a:off x="3903840" y="1926000"/>
            <a:ext cx="2424960" cy="3675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16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soshosai-theme.css</a:t>
            </a:r>
            <a:endParaRPr lang="en-US" sz="216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2" name=""/>
          <p:cNvSpPr txBox="1"/>
          <p:nvPr/>
        </p:nvSpPr>
        <p:spPr>
          <a:xfrm>
            <a:off x="6760080" y="189360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 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3" name=""/>
          <p:cNvSpPr txBox="1"/>
          <p:nvPr/>
        </p:nvSpPr>
        <p:spPr>
          <a:xfrm>
            <a:off x="6846480" y="1943640"/>
            <a:ext cx="396324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を読み込むことで利用可能で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4" name=""/>
          <p:cNvSpPr txBox="1"/>
          <p:nvPr/>
        </p:nvSpPr>
        <p:spPr>
          <a:xfrm>
            <a:off x="952560" y="2457720"/>
            <a:ext cx="61020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す。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5" name=""/>
          <p:cNvSpPr txBox="1"/>
          <p:nvPr/>
        </p:nvSpPr>
        <p:spPr>
          <a:xfrm>
            <a:off x="952560" y="2981880"/>
            <a:ext cx="975420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デザインガイドラインに準拠した一貫性のある資料作成をサポートしま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6" name=""/>
          <p:cNvSpPr txBox="1"/>
          <p:nvPr/>
        </p:nvSpPr>
        <p:spPr>
          <a:xfrm>
            <a:off x="952560" y="3495960"/>
            <a:ext cx="61020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0" u="none" strike="noStrike">
                <a:solidFill>
                  <a:srgbClr val="333333"/>
                </a:solidFill>
                <a:effectLst/>
                <a:uFillTx/>
                <a:latin typeface="NotoSansJP-Thin_"/>
                <a:ea typeface="NotoSansJP-Thin_"/>
              </a:rPr>
              <a:t>す。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7" name=""/>
          <p:cNvSpPr txBox="1"/>
          <p:nvPr/>
        </p:nvSpPr>
        <p:spPr>
          <a:xfrm>
            <a:off x="476280" y="28296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008578"/>
                </a:solidFill>
                <a:effectLst/>
                <a:uFillTx/>
                <a:latin typeface="NotoSansJP-Thin_"/>
                <a:ea typeface="NotoSansJP-Thin_"/>
              </a:rPr>
              <a:t>蒼翔祭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8" name=""/>
          <p:cNvSpPr txBox="1"/>
          <p:nvPr/>
        </p:nvSpPr>
        <p:spPr>
          <a:xfrm>
            <a:off x="1008720" y="254880"/>
            <a:ext cx="456120" cy="24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008578"/>
                </a:solidFill>
                <a:effectLst/>
                <a:uFillTx/>
                <a:latin typeface="Montserrat"/>
                <a:ea typeface="Montserrat"/>
              </a:rPr>
              <a:t>2026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29" name=""/>
          <p:cNvSpPr txBox="1"/>
          <p:nvPr/>
        </p:nvSpPr>
        <p:spPr>
          <a:xfrm>
            <a:off x="8220600" y="6388920"/>
            <a:ext cx="2963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666666"/>
                </a:solidFill>
                <a:effectLst/>
                <a:uFillTx/>
                <a:latin typeface="Montserrat"/>
                <a:ea typeface="Montserrat"/>
              </a:rPr>
              <a:t>© 2026 Soshosai Executive Committee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0" name=""/>
          <p:cNvSpPr txBox="1"/>
          <p:nvPr/>
        </p:nvSpPr>
        <p:spPr>
          <a:xfrm>
            <a:off x="11053800" y="564624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333333"/>
                </a:solidFill>
                <a:effectLst/>
                <a:uFillTx/>
                <a:latin typeface="Montserrat"/>
                <a:ea typeface="Montserrat"/>
              </a:rPr>
              <a:t>7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2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3" name=""/>
          <p:cNvSpPr/>
          <p:nvPr/>
        </p:nvSpPr>
        <p:spPr>
          <a:xfrm>
            <a:off x="0" y="0"/>
            <a:ext cx="12192120" cy="6858000"/>
          </a:xfrm>
          <a:custGeom>
            <a:avLst/>
            <a:gdLst/>
            <a:ahLst/>
            <a:rect l="0" t="0" r="r" b="b"/>
            <a:pathLst>
              <a:path w="33867" h="19050">
                <a:moveTo>
                  <a:pt x="0" y="0"/>
                </a:moveTo>
                <a:lnTo>
                  <a:pt x="33867" y="0"/>
                </a:lnTo>
                <a:lnTo>
                  <a:pt x="33867" y="19050"/>
                </a:lnTo>
                <a:lnTo>
                  <a:pt x="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008578"/>
          </a:solidFill>
          <a:ln w="0">
            <a:noFill/>
          </a:ln>
        </p:spPr>
        <p:txBody>
          <a:bodyPr lIns="0" tIns="0" rIns="0" bIns="0" anchor="t">
            <a:noAutofit/>
          </a:bodyPr>
          <a:p>
            <a:endParaRPr lang="en-US" sz="2400" b="0" u="none" strike="noStrike">
              <a:solidFill>
                <a:srgbClr val="FFFFFF"/>
              </a:solidFill>
              <a:effectLst/>
              <a:uFillTx/>
              <a:latin typeface="Times New Roman"/>
            </a:endParaRPr>
          </a:p>
        </p:txBody>
      </p:sp>
      <p:sp>
        <p:nvSpPr>
          <p:cNvPr id="134" name=""/>
          <p:cNvSpPr txBox="1"/>
          <p:nvPr/>
        </p:nvSpPr>
        <p:spPr>
          <a:xfrm>
            <a:off x="1871280" y="2339280"/>
            <a:ext cx="8382600" cy="7624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600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ありがとうございました</a:t>
            </a:r>
            <a:endParaRPr lang="en-US" sz="6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"/>
          <p:cNvSpPr txBox="1"/>
          <p:nvPr/>
        </p:nvSpPr>
        <p:spPr>
          <a:xfrm>
            <a:off x="4696920" y="3981960"/>
            <a:ext cx="2743920" cy="30528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240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ドキュメントを見る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"/>
          <p:cNvSpPr txBox="1"/>
          <p:nvPr/>
        </p:nvSpPr>
        <p:spPr>
          <a:xfrm>
            <a:off x="476280" y="282960"/>
            <a:ext cx="512640" cy="171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zh-CN" sz="1350" b="1" u="none" strike="noStrike">
                <a:solidFill>
                  <a:srgbClr val="FFFFFF"/>
                </a:solidFill>
                <a:effectLst/>
                <a:uFillTx/>
                <a:latin typeface="NotoSansJP-Thin_"/>
                <a:ea typeface="NotoSansJP-Thin_"/>
              </a:rPr>
              <a:t>蒼翔祭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7" name=""/>
          <p:cNvSpPr txBox="1"/>
          <p:nvPr/>
        </p:nvSpPr>
        <p:spPr>
          <a:xfrm>
            <a:off x="1008720" y="254880"/>
            <a:ext cx="456120" cy="241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1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2026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8" name=""/>
          <p:cNvSpPr txBox="1"/>
          <p:nvPr/>
        </p:nvSpPr>
        <p:spPr>
          <a:xfrm>
            <a:off x="8220600" y="6388920"/>
            <a:ext cx="2963160" cy="22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135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© 2026 Soshosai Executive Committee</a:t>
            </a:r>
            <a:endParaRPr lang="en-US" sz="135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9" name=""/>
          <p:cNvSpPr txBox="1"/>
          <p:nvPr/>
        </p:nvSpPr>
        <p:spPr>
          <a:xfrm>
            <a:off x="11039040" y="5646240"/>
            <a:ext cx="304560" cy="40896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t">
            <a:spAutoFit/>
          </a:bodyPr>
          <a:p>
            <a:pPr/>
            <a:r>
              <a:rPr lang="en-US" sz="2400" b="0" u="none" strike="noStrike">
                <a:solidFill>
                  <a:srgbClr val="FFFFFF"/>
                </a:solidFill>
                <a:effectLst/>
                <a:uFillTx/>
                <a:latin typeface="Montserrat"/>
                <a:ea typeface="Montserrat"/>
              </a:rPr>
              <a:t>8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LibreOffice/26.2.2.2$MacOSX_AARCH64 LibreOffice_project/1f77d10d6938fd34972958f64b2bcfa54f8b1ba5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